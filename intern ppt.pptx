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230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16" y="0"/>
            <a:ext cx="12439605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963302" y="584200"/>
            <a:ext cx="4768515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283242" y="3429000"/>
            <a:ext cx="701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Concrete Compressive Strength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941110" y="742091"/>
            <a:ext cx="2693670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1DCB26-E901-28E8-52A6-BEC82DDF85DC}"/>
              </a:ext>
            </a:extLst>
          </p:cNvPr>
          <p:cNvSpPr txBox="1"/>
          <p:nvPr/>
        </p:nvSpPr>
        <p:spPr>
          <a:xfrm>
            <a:off x="9880149" y="6273800"/>
            <a:ext cx="215155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Rakshit Mahajan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3770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IN" sz="20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19"/>
            <a:ext cx="4500880" cy="4635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93FDE9D-C103-90DB-2D87-219C07F70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09" y="2121979"/>
            <a:ext cx="746017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concrete compressive strength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 and CNN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promote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optimizing material use in construction.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visualization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understanding of key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train, test, and evaluate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models for accurate strength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Streamlit web app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experience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AI, deep learning, and data analytics tools.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04800" y="1196001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ool’s and Technology used: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FF38822-7E03-3D50-DF9E-4613ACCA6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184124"/>
            <a:ext cx="867577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NumPy, Scikit-learn, TensorFlow, Keras, Matplotlib, 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Streamlit (for deployment)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UCI Machine Learning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 / Platform: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Google Colab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81151" y="1046039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</a:rPr>
              <a:t>Methodology </a:t>
            </a:r>
            <a:endParaRPr lang="en-IN" sz="2400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916EFE-CEBC-AD70-FD5F-26669F2A1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233" y="866274"/>
            <a:ext cx="1816616" cy="568969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0812A63-ABFD-26D1-5E6E-0403C9DBC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44" y="1625913"/>
            <a:ext cx="982648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Problem Identification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---Defined the objective: Predict concrete compressive strength using ML &amp; CNN.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---Downloaded dataset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UCI Machine Learning 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---Cleaned and normalized data for accurate model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correlation and feature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Development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---Built and trained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Neural Network (CNN)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using TensorFlow/Keras.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Evaluation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---Assessed performance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---Created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Streamlit web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Interpretation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---Compared actual vs predicted results and visualized model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 </a:t>
            </a:r>
            <a:endParaRPr lang="en-IN" sz="24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CC0DF-CF5F-1C73-C14B-9D8A0C9207AA}"/>
              </a:ext>
            </a:extLst>
          </p:cNvPr>
          <p:cNvSpPr txBox="1"/>
          <p:nvPr/>
        </p:nvSpPr>
        <p:spPr>
          <a:xfrm>
            <a:off x="405064" y="1754013"/>
            <a:ext cx="10214810" cy="382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is one of the most widely used construction materials, and its compressive strength is a key factor determining structural performance and safety.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testing concrete strength through laboratory experiments is time-consuming, costly, and requires specialized equipment.</a:t>
            </a:r>
          </a:p>
          <a:p>
            <a:pPr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this, the project aims to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predictive model that can accurately estimate the compressive strength of concrete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its ingredients (cement, water, coarse and fine aggregates, fly ash, superplasticizer, and age) using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helps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need for repetitive laboratory tests,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time and resources,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quality control during construction.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5907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 </a:t>
            </a:r>
            <a:endParaRPr lang="en-IN" sz="24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51C3D-D76F-852E-B578-DEC6B290531D}"/>
              </a:ext>
            </a:extLst>
          </p:cNvPr>
          <p:cNvSpPr txBox="1"/>
          <p:nvPr/>
        </p:nvSpPr>
        <p:spPr>
          <a:xfrm>
            <a:off x="255103" y="1583761"/>
            <a:ext cx="11150834" cy="4114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data-driven solution that predicts concrete compressive strength from mix components and curing age using a Convolutional Neural Network (CNN) with uncertainty estimation and a user-friendly deployment: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UCI Concrete dataset (CSV), clean data, handle missing values, and scale features (MinMax / StandardScaler).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EDA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correlations, distributions, and select/engineer features (e.g., water/cement ratio) that impact strength.</a:t>
            </a:r>
          </a:p>
          <a:p>
            <a:pPr>
              <a:buFont typeface="+mj-lt"/>
              <a:buAutoNum type="arabicPeriod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1D-CNN regression model on the tabular inputs (treat features as a 1-D sequence).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Dropout and use Monte Carlo Dropout at inference to estimate prediction uncertainty.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baseline models (Linear Regression, Random Forest) and pick best-performing model.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performance using MAE, RMSE, and R²; visualize Actual vs Predicted and uncertainty bands.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4DC97-87B7-1315-13B0-08F2A749FA58}"/>
              </a:ext>
            </a:extLst>
          </p:cNvPr>
          <p:cNvSpPr txBox="1"/>
          <p:nvPr/>
        </p:nvSpPr>
        <p:spPr>
          <a:xfrm>
            <a:off x="693821" y="1341226"/>
            <a:ext cx="10439400" cy="440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hyperparameters (filters, dropout, learning rate)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KerasTuner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RandomSearch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SHAP or permutation importance to show which ingredients most influence strength (helpful for engineers).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insight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CO₂ from cement content and compute a simple sustainability score (strength / CO₂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tradeoff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low-carbon mix alternatives (e.g., increase fly ash/slags) when possible.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the model into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 (runs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Cloud) with sliders for mix inputs, live prediction, uncertainty display, and sustainability tips.</a:t>
            </a:r>
          </a:p>
          <a:p>
            <a:pPr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(EDA → model → evaluation), trained model file (.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code, short PDF summary for submission.</a:t>
            </a:r>
          </a:p>
        </p:txBody>
      </p:sp>
    </p:spTree>
    <p:extLst>
      <p:ext uri="{BB962C8B-B14F-4D97-AF65-F5344CB8AC3E}">
        <p14:creationId xmlns:p14="http://schemas.microsoft.com/office/powerpoint/2010/main" val="30135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65129" y="824396"/>
            <a:ext cx="61026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Output</a:t>
            </a:r>
            <a:r>
              <a:rPr lang="en-US" sz="18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endParaRPr lang="en-IN" sz="1800" b="1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solidFill>
                <a:srgbClr val="2131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4EA42-3936-9FDC-58FB-7FA52F82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3368"/>
            <a:ext cx="12192000" cy="567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FEFD10-11F4-6320-9F4F-8436321F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5853"/>
            <a:ext cx="12192000" cy="615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58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A8103-A366-8728-7762-484C49F24F03}"/>
              </a:ext>
            </a:extLst>
          </p:cNvPr>
          <p:cNvSpPr txBox="1"/>
          <p:nvPr/>
        </p:nvSpPr>
        <p:spPr>
          <a:xfrm>
            <a:off x="469232" y="1074639"/>
            <a:ext cx="6104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131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B20196-90A0-DBC4-386D-16FD08FD95E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9232" y="2061337"/>
            <a:ext cx="11722768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model accurately predicts concrete compressive strength.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testing time and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factors: cement,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curing 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mix design through AI-based insights and sustainability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value of ML in modern civil engineering applications.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9194A-3D19-7A88-219B-75D63C65E414}"/>
              </a:ext>
            </a:extLst>
          </p:cNvPr>
          <p:cNvSpPr txBox="1"/>
          <p:nvPr/>
        </p:nvSpPr>
        <p:spPr>
          <a:xfrm>
            <a:off x="469232" y="4094475"/>
            <a:ext cx="11369842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highlights the potential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tools in civil engineering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efficiency, accuracy, and sustainability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material design and quality assessment.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472637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721</TotalTime>
  <Words>743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rakshit mahajan</cp:lastModifiedBy>
  <cp:revision>5</cp:revision>
  <dcterms:created xsi:type="dcterms:W3CDTF">2024-12-31T09:40:01Z</dcterms:created>
  <dcterms:modified xsi:type="dcterms:W3CDTF">2025-11-02T18:32:18Z</dcterms:modified>
</cp:coreProperties>
</file>